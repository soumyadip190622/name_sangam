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02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17364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naam-sangam-376479021973.asia-southeast1.run.app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5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228600" cy="228600"/>
          </a:xfrm>
          <a:prstGeom prst="star4">
            <a:avLst/>
          </a:prstGeom>
          <a:solidFill>
            <a:srgbClr val="F5B841"/>
          </a:solidFill>
          <a:ln w="12700">
            <a:solidFill>
              <a:srgbClr val="F5B84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926080" y="320040"/>
            <a:ext cx="164592" cy="164592"/>
          </a:xfrm>
          <a:prstGeom prst="star4">
            <a:avLst/>
          </a:prstGeom>
          <a:solidFill>
            <a:srgbClr val="FF8FB1"/>
          </a:solidFill>
          <a:ln w="12700">
            <a:solidFill>
              <a:srgbClr val="FF8FB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0" y="4480560"/>
            <a:ext cx="201168" cy="201168"/>
          </a:xfrm>
          <a:prstGeom prst="star4">
            <a:avLst/>
          </a:prstGeom>
          <a:solidFill>
            <a:srgbClr val="7FE0C3"/>
          </a:solidFill>
          <a:ln w="12700">
            <a:solidFill>
              <a:srgbClr val="7FE0C3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4297680"/>
            <a:ext cx="274320" cy="274320"/>
          </a:xfrm>
          <a:prstGeom prst="star4">
            <a:avLst/>
          </a:prstGeom>
          <a:solidFill>
            <a:srgbClr val="FF8FB1"/>
          </a:solidFill>
          <a:ln w="12700">
            <a:solidFill>
              <a:srgbClr val="FF8FB1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023360" y="914400"/>
            <a:ext cx="137160" cy="137160"/>
          </a:xfrm>
          <a:prstGeom prst="star4">
            <a:avLst/>
          </a:prstGeom>
          <a:solidFill>
            <a:srgbClr val="CFC6F5"/>
          </a:solidFill>
          <a:ln w="12700">
            <a:solidFill>
              <a:srgbClr val="CFC6F5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32588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Naam Sangam</a:t>
            </a:r>
            <a:endParaRPr lang="en-US" sz="48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1488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B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नामसंगम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88036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CFC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two names meet and a new one is born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029200" y="1234440"/>
            <a:ext cx="2286000" cy="2286000"/>
          </a:xfrm>
          <a:prstGeom prst="ellipse">
            <a:avLst/>
          </a:prstGeom>
          <a:solidFill>
            <a:srgbClr val="FF8FB1">
              <a:alpha val="75000"/>
            </a:srgbClr>
          </a:solidFill>
          <a:ln w="12700">
            <a:solidFill>
              <a:srgbClr val="FF8FB1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09360" y="1234440"/>
            <a:ext cx="2286000" cy="2286000"/>
          </a:xfrm>
          <a:prstGeom prst="ellipse">
            <a:avLst/>
          </a:prstGeom>
          <a:solidFill>
            <a:srgbClr val="F5B841">
              <a:alpha val="75000"/>
            </a:srgbClr>
          </a:solidFill>
          <a:ln w="12700">
            <a:solidFill>
              <a:srgbClr val="F5B841">
                <a:alpha val="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212080" y="21031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FFFFFF"/>
                </a:solidFill>
                <a:latin typeface="Algerian" panose="04020705040A02060702" pitchFamily="82" charset="0"/>
                <a:ea typeface="Calibri" pitchFamily="34" charset="-122"/>
                <a:cs typeface="Calibri" pitchFamily="34" charset="-120"/>
              </a:rPr>
              <a:t>Father</a:t>
            </a:r>
            <a:endParaRPr lang="en-US" sz="1600" i="1" dirty="0">
              <a:latin typeface="Algerian" panose="04020705040A02060702" pitchFamily="82" charset="0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7315200" y="21031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1B1537"/>
                </a:solidFill>
                <a:latin typeface="Algerian" panose="04020705040A02060702" pitchFamily="82" charset="0"/>
                <a:ea typeface="Calibri" pitchFamily="34" charset="-122"/>
                <a:cs typeface="Calibri" pitchFamily="34" charset="-120"/>
              </a:rPr>
              <a:t>Mother</a:t>
            </a:r>
            <a:endParaRPr lang="en-US" sz="1600" i="1" dirty="0">
              <a:latin typeface="Algerian" panose="04020705040A02060702" pitchFamily="82" charset="0"/>
            </a:endParaRPr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2552" y="1965960"/>
            <a:ext cx="310896" cy="310896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5029200" y="38404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7FE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a sacred new name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365760"/>
            <a:ext cx="228600" cy="228600"/>
          </a:xfrm>
          <a:prstGeom prst="star4">
            <a:avLst/>
          </a:prstGeom>
          <a:solidFill>
            <a:srgbClr val="F5B841"/>
          </a:solidFill>
          <a:ln w="12700">
            <a:solidFill>
              <a:srgbClr val="F5B84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4480560"/>
            <a:ext cx="182880" cy="182880"/>
          </a:xfrm>
          <a:prstGeom prst="star4">
            <a:avLst/>
          </a:prstGeom>
          <a:solidFill>
            <a:srgbClr val="FF8FB1"/>
          </a:solidFill>
          <a:ln w="12700">
            <a:solidFill>
              <a:srgbClr val="FF8FB1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B23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name made from two names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38404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2B2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Parents will enter their names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2B2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blend them into one meaningful name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2B2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Vedic astrology adds planet and nakshatra insight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7490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7C5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Culture, meaning and a little magic.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1371600"/>
            <a:ext cx="3566160" cy="731520"/>
          </a:xfrm>
          <a:prstGeom prst="roundRect">
            <a:avLst>
              <a:gd name="adj" fmla="val 25000"/>
            </a:avLst>
          </a:prstGeom>
          <a:solidFill>
            <a:srgbClr val="FF8FB1"/>
          </a:solidFill>
          <a:ln w="12700">
            <a:solidFill>
              <a:srgbClr val="FF8FB1">
                <a:alpha val="0"/>
              </a:srgbClr>
            </a:solidFill>
            <a:prstDash val="solid"/>
          </a:ln>
          <a:effectLst>
            <a:outerShdw blurRad="101600" dist="38100" dir="5400000" algn="bl" rotWithShape="0">
              <a:srgbClr val="7C5CFF">
                <a:alpha val="2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5029200" y="137160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1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Father's name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029200" y="210312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7C5C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5029200" y="2514600"/>
            <a:ext cx="3566160" cy="731520"/>
          </a:xfrm>
          <a:prstGeom prst="roundRect">
            <a:avLst>
              <a:gd name="adj" fmla="val 25000"/>
            </a:avLst>
          </a:prstGeom>
          <a:solidFill>
            <a:srgbClr val="F5B841"/>
          </a:solidFill>
          <a:ln w="12700">
            <a:solidFill>
              <a:srgbClr val="F5B841">
                <a:alpha val="0"/>
              </a:srgbClr>
            </a:solidFill>
            <a:prstDash val="solid"/>
          </a:ln>
          <a:effectLst>
            <a:outerShdw blurRad="101600" dist="38100" dir="5400000" algn="bl" rotWithShape="0">
              <a:srgbClr val="7C5CFF">
                <a:alpha val="2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5029200" y="251460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1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Mother's name</a:t>
            </a:r>
            <a:endParaRPr lang="en-US" sz="160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3291840"/>
            <a:ext cx="365760" cy="36576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5029200" y="3703320"/>
            <a:ext cx="3566160" cy="731520"/>
          </a:xfrm>
          <a:prstGeom prst="roundRect">
            <a:avLst>
              <a:gd name="adj" fmla="val 25000"/>
            </a:avLst>
          </a:prstGeom>
          <a:solidFill>
            <a:srgbClr val="7C5CFF"/>
          </a:solidFill>
          <a:ln w="12700">
            <a:solidFill>
              <a:srgbClr val="7C5CFF">
                <a:alpha val="0"/>
              </a:srgbClr>
            </a:solidFill>
            <a:prstDash val="solid"/>
          </a:ln>
          <a:effectLst>
            <a:outerShdw blurRad="101600" dist="38100" dir="5400000" algn="bl" rotWithShape="0">
              <a:srgbClr val="7C5CFF">
                <a:alpha val="20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5029200" y="370332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baby’s new name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15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21040" y="411480"/>
            <a:ext cx="201168" cy="201168"/>
          </a:xfrm>
          <a:prstGeom prst="star4">
            <a:avLst/>
          </a:prstGeom>
          <a:solidFill>
            <a:srgbClr val="F5B841"/>
          </a:solidFill>
          <a:ln w="12700">
            <a:solidFill>
              <a:srgbClr val="F5B84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4526280"/>
            <a:ext cx="182880" cy="182880"/>
          </a:xfrm>
          <a:prstGeom prst="star4">
            <a:avLst/>
          </a:prstGeom>
          <a:solidFill>
            <a:srgbClr val="7FE0C3"/>
          </a:solidFill>
          <a:ln w="12700">
            <a:solidFill>
              <a:srgbClr val="7FE0C3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874520" cy="2834640"/>
          </a:xfrm>
          <a:prstGeom prst="roundRect">
            <a:avLst>
              <a:gd name="adj" fmla="val 12195"/>
            </a:avLst>
          </a:prstGeom>
          <a:solidFill>
            <a:srgbClr val="2A2250"/>
          </a:solidFill>
          <a:ln w="19050">
            <a:solidFill>
              <a:srgbClr val="FF8FB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5568" y="1645920"/>
            <a:ext cx="731520" cy="731520"/>
          </a:xfrm>
          <a:prstGeom prst="ellipse">
            <a:avLst/>
          </a:prstGeom>
          <a:solidFill>
            <a:srgbClr val="FF8FB1"/>
          </a:solidFill>
          <a:ln w="12700">
            <a:solidFill>
              <a:srgbClr val="FF8FB1">
                <a:alpha val="0"/>
              </a:srgbClr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1810512"/>
            <a:ext cx="402336" cy="40233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40080" y="1554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8FB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260604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names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306324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FC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Father and mother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2606040" y="1417320"/>
            <a:ext cx="1874520" cy="2834640"/>
          </a:xfrm>
          <a:prstGeom prst="roundRect">
            <a:avLst>
              <a:gd name="adj" fmla="val 12195"/>
            </a:avLst>
          </a:prstGeom>
          <a:solidFill>
            <a:srgbClr val="2A2250"/>
          </a:solidFill>
          <a:ln w="19050">
            <a:solidFill>
              <a:srgbClr val="F5B84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172968" y="1645920"/>
            <a:ext cx="731520" cy="731520"/>
          </a:xfrm>
          <a:prstGeom prst="ellipse">
            <a:avLst/>
          </a:prstGeom>
          <a:solidFill>
            <a:srgbClr val="F5B841"/>
          </a:solidFill>
          <a:ln w="12700">
            <a:solidFill>
              <a:srgbClr val="F5B841">
                <a:alpha val="0"/>
              </a:srgbClr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7560" y="1810512"/>
            <a:ext cx="402336" cy="402336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2697480" y="1554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B8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1"/>
          <p:cNvSpPr txBox="1"/>
          <p:nvPr/>
        </p:nvSpPr>
        <p:spPr>
          <a:xfrm>
            <a:off x="2697480" y="260604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vibe</a:t>
            </a:r>
            <a:endParaRPr lang="en-US" sz="1800" dirty="0"/>
          </a:p>
        </p:txBody>
      </p:sp>
      <p:sp>
        <p:nvSpPr>
          <p:cNvPr id="16" name="Text 12"/>
          <p:cNvSpPr txBox="1"/>
          <p:nvPr/>
        </p:nvSpPr>
        <p:spPr>
          <a:xfrm>
            <a:off x="2743200" y="306324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FC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Boy, girl, classic or modern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4663440" y="1417320"/>
            <a:ext cx="1874520" cy="2834640"/>
          </a:xfrm>
          <a:prstGeom prst="roundRect">
            <a:avLst>
              <a:gd name="adj" fmla="val 12195"/>
            </a:avLst>
          </a:prstGeom>
          <a:solidFill>
            <a:srgbClr val="2A2250"/>
          </a:solidFill>
          <a:ln w="19050">
            <a:solidFill>
              <a:srgbClr val="7FE0C3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5230368" y="1645920"/>
            <a:ext cx="731520" cy="731520"/>
          </a:xfrm>
          <a:prstGeom prst="ellipse">
            <a:avLst/>
          </a:prstGeom>
          <a:solidFill>
            <a:srgbClr val="7FE0C3"/>
          </a:solidFill>
          <a:ln w="12700">
            <a:solidFill>
              <a:srgbClr val="7FE0C3">
                <a:alpha val="0"/>
              </a:srgbClr>
            </a:solidFill>
            <a:prstDash val="solid"/>
          </a:ln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4960" y="1810512"/>
            <a:ext cx="402336" cy="402336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4754880" y="1554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FE0C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Text 16"/>
          <p:cNvSpPr txBox="1"/>
          <p:nvPr/>
        </p:nvSpPr>
        <p:spPr>
          <a:xfrm>
            <a:off x="4754880" y="260604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Magic happens</a:t>
            </a:r>
            <a:endParaRPr lang="en-US" sz="1800" dirty="0"/>
          </a:p>
        </p:txBody>
      </p:sp>
      <p:sp>
        <p:nvSpPr>
          <p:cNvPr id="22" name="Text 17"/>
          <p:cNvSpPr txBox="1"/>
          <p:nvPr/>
        </p:nvSpPr>
        <p:spPr>
          <a:xfrm>
            <a:off x="4800600" y="306324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FC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meaning, planet</a:t>
            </a:r>
            <a:endParaRPr lang="en-US" sz="1400" dirty="0"/>
          </a:p>
        </p:txBody>
      </p:sp>
      <p:sp>
        <p:nvSpPr>
          <p:cNvPr id="23" name="Shape 18"/>
          <p:cNvSpPr/>
          <p:nvPr/>
        </p:nvSpPr>
        <p:spPr>
          <a:xfrm>
            <a:off x="6720840" y="1417320"/>
            <a:ext cx="1874520" cy="2834640"/>
          </a:xfrm>
          <a:prstGeom prst="roundRect">
            <a:avLst>
              <a:gd name="adj" fmla="val 12195"/>
            </a:avLst>
          </a:prstGeom>
          <a:solidFill>
            <a:srgbClr val="2A2250"/>
          </a:solidFill>
          <a:ln w="19050">
            <a:solidFill>
              <a:srgbClr val="CFC6F5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7287768" y="1645920"/>
            <a:ext cx="731520" cy="731520"/>
          </a:xfrm>
          <a:prstGeom prst="ellipse">
            <a:avLst/>
          </a:prstGeom>
          <a:solidFill>
            <a:srgbClr val="CFC6F5"/>
          </a:solidFill>
          <a:ln w="12700">
            <a:solidFill>
              <a:srgbClr val="CFC6F5">
                <a:alpha val="0"/>
              </a:srgbClr>
            </a:solidFill>
            <a:prstDash val="solid"/>
          </a:ln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52360" y="1810512"/>
            <a:ext cx="402336" cy="402336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6812280" y="1554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FC6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7" name="Text 21"/>
          <p:cNvSpPr txBox="1"/>
          <p:nvPr/>
        </p:nvSpPr>
        <p:spPr>
          <a:xfrm>
            <a:off x="6812280" y="260604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&amp; share</a:t>
            </a:r>
            <a:endParaRPr lang="en-US" sz="1800" dirty="0"/>
          </a:p>
        </p:txBody>
      </p:sp>
      <p:sp>
        <p:nvSpPr>
          <p:cNvPr id="28" name="Text 22"/>
          <p:cNvSpPr txBox="1"/>
          <p:nvPr/>
        </p:nvSpPr>
        <p:spPr>
          <a:xfrm>
            <a:off x="6858000" y="306324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FC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it, send a QR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21040" y="411480"/>
            <a:ext cx="201168" cy="201168"/>
          </a:xfrm>
          <a:prstGeom prst="star4">
            <a:avLst/>
          </a:prstGeom>
          <a:solidFill>
            <a:srgbClr val="FF8FB1"/>
          </a:solidFill>
          <a:ln w="12700">
            <a:solidFill>
              <a:srgbClr val="FF8FB1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B23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Cute little features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560320" cy="15087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01600" dist="38100" dir="5400000" algn="bl" rotWithShape="0">
              <a:srgbClr val="7C5CFF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554480"/>
            <a:ext cx="502920" cy="502920"/>
          </a:xfrm>
          <a:prstGeom prst="ellipse">
            <a:avLst/>
          </a:prstGeom>
          <a:solidFill>
            <a:srgbClr val="FF8FB1"/>
          </a:solidFill>
          <a:ln w="12700">
            <a:solidFill>
              <a:srgbClr val="FF8FB1">
                <a:alpha val="0"/>
              </a:srgbClr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1682496"/>
            <a:ext cx="246888" cy="24688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25880" y="155448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2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confluence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19456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5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Blends both parents’ names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291840" y="1371600"/>
            <a:ext cx="2560320" cy="15087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01600" dist="38100" dir="5400000" algn="bl" rotWithShape="0">
              <a:srgbClr val="7C5CFF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474720" y="1554480"/>
            <a:ext cx="502920" cy="502920"/>
          </a:xfrm>
          <a:prstGeom prst="ellipse">
            <a:avLst/>
          </a:prstGeom>
          <a:solidFill>
            <a:srgbClr val="F5B841"/>
          </a:solidFill>
          <a:ln w="12700">
            <a:solidFill>
              <a:srgbClr val="F5B841">
                <a:alpha val="0"/>
              </a:srgbClr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2736" y="1682496"/>
            <a:ext cx="246888" cy="24688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069080" y="155448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2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Navagraha insight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3474720" y="219456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5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Guiding planet for each name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6035040" y="1371600"/>
            <a:ext cx="2560320" cy="15087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01600" dist="38100" dir="5400000" algn="bl" rotWithShape="0">
              <a:srgbClr val="7C5CFF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217920" y="1554480"/>
            <a:ext cx="502920" cy="502920"/>
          </a:xfrm>
          <a:prstGeom prst="ellipse">
            <a:avLst/>
          </a:prstGeom>
          <a:solidFill>
            <a:srgbClr val="7C5CFF"/>
          </a:solidFill>
          <a:ln w="12700">
            <a:solidFill>
              <a:srgbClr val="7C5CFF">
                <a:alpha val="0"/>
              </a:srgbClr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5936" y="1682496"/>
            <a:ext cx="246888" cy="24688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812280" y="155448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2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Nakshatra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6217920" y="219456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5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Vedic star connection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548640" y="3063240"/>
            <a:ext cx="2560320" cy="15087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01600" dist="38100" dir="5400000" algn="bl" rotWithShape="0">
              <a:srgbClr val="7C5CFF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31520" y="3246120"/>
            <a:ext cx="502920" cy="502920"/>
          </a:xfrm>
          <a:prstGeom prst="ellipse">
            <a:avLst/>
          </a:prstGeom>
          <a:solidFill>
            <a:srgbClr val="7FE0C3"/>
          </a:solidFill>
          <a:ln w="12700">
            <a:solidFill>
              <a:srgbClr val="7FE0C3">
                <a:alpha val="0"/>
              </a:srgbClr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9536" y="3374136"/>
            <a:ext cx="246888" cy="246888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325880" y="324612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2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Panditji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731520" y="38862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5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Friendly AI naming guide</a:t>
            </a:r>
            <a:endParaRPr lang="en-US" sz="1400" dirty="0"/>
          </a:p>
        </p:txBody>
      </p:sp>
      <p:sp>
        <p:nvSpPr>
          <p:cNvPr id="24" name="Shape 18"/>
          <p:cNvSpPr/>
          <p:nvPr/>
        </p:nvSpPr>
        <p:spPr>
          <a:xfrm>
            <a:off x="3291840" y="3063240"/>
            <a:ext cx="2560320" cy="15087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01600" dist="38100" dir="5400000" algn="bl" rotWithShape="0">
              <a:srgbClr val="7C5CFF">
                <a:alpha val="1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3474720" y="3246120"/>
            <a:ext cx="502920" cy="502920"/>
          </a:xfrm>
          <a:prstGeom prst="ellipse">
            <a:avLst/>
          </a:prstGeom>
          <a:solidFill>
            <a:srgbClr val="FF8FB1"/>
          </a:solidFill>
          <a:ln w="12700">
            <a:solidFill>
              <a:srgbClr val="FF8FB1">
                <a:alpha val="0"/>
              </a:srgbClr>
            </a:solidFill>
            <a:prstDash val="solid"/>
          </a:ln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02736" y="3374136"/>
            <a:ext cx="246888" cy="246888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4069080" y="324612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2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Science corner</a:t>
            </a:r>
            <a:endParaRPr lang="en-US" sz="1600" dirty="0"/>
          </a:p>
        </p:txBody>
      </p:sp>
      <p:sp>
        <p:nvSpPr>
          <p:cNvPr id="28" name="Text 21"/>
          <p:cNvSpPr txBox="1"/>
          <p:nvPr/>
        </p:nvSpPr>
        <p:spPr>
          <a:xfrm>
            <a:off x="3474720" y="38862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5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Genetics and sound of names</a:t>
            </a:r>
            <a:endParaRPr lang="en-US" sz="1400" dirty="0"/>
          </a:p>
        </p:txBody>
      </p:sp>
      <p:sp>
        <p:nvSpPr>
          <p:cNvPr id="29" name="Shape 22"/>
          <p:cNvSpPr/>
          <p:nvPr/>
        </p:nvSpPr>
        <p:spPr>
          <a:xfrm>
            <a:off x="6035040" y="3063240"/>
            <a:ext cx="2560320" cy="15087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01600" dist="38100" dir="5400000" algn="bl" rotWithShape="0">
              <a:srgbClr val="7C5CFF">
                <a:alpha val="18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217920" y="3246120"/>
            <a:ext cx="502920" cy="502920"/>
          </a:xfrm>
          <a:prstGeom prst="ellipse">
            <a:avLst/>
          </a:prstGeom>
          <a:solidFill>
            <a:srgbClr val="F5B841"/>
          </a:solidFill>
          <a:ln w="12700">
            <a:solidFill>
              <a:srgbClr val="F5B841">
                <a:alpha val="0"/>
              </a:srgbClr>
            </a:solidFill>
            <a:prstDash val="solid"/>
          </a:ln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45936" y="3374136"/>
            <a:ext cx="246888" cy="246888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6812280" y="324612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2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&amp; share</a:t>
            </a:r>
            <a:endParaRPr lang="en-US" sz="1600" dirty="0"/>
          </a:p>
        </p:txBody>
      </p:sp>
      <p:sp>
        <p:nvSpPr>
          <p:cNvPr id="33" name="Text 25"/>
          <p:cNvSpPr txBox="1"/>
          <p:nvPr/>
        </p:nvSpPr>
        <p:spPr>
          <a:xfrm>
            <a:off x="6217920" y="38862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5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collection, QR share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15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21040" y="411480"/>
            <a:ext cx="201168" cy="201168"/>
          </a:xfrm>
          <a:prstGeom prst="star4">
            <a:avLst/>
          </a:prstGeom>
          <a:solidFill>
            <a:srgbClr val="7FE0C3"/>
          </a:solidFill>
          <a:ln w="12700">
            <a:solidFill>
              <a:srgbClr val="7FE0C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4526280"/>
            <a:ext cx="182880" cy="182880"/>
          </a:xfrm>
          <a:prstGeom prst="star4">
            <a:avLst/>
          </a:prstGeom>
          <a:solidFill>
            <a:srgbClr val="F5B841"/>
          </a:solidFill>
          <a:ln w="12700">
            <a:solidFill>
              <a:srgbClr val="F5B841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 the hood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8046720" cy="566928"/>
          </a:xfrm>
          <a:prstGeom prst="roundRect">
            <a:avLst>
              <a:gd name="adj" fmla="val 48387"/>
            </a:avLst>
          </a:prstGeom>
          <a:solidFill>
            <a:srgbClr val="2A2250"/>
          </a:solidFill>
          <a:ln w="12700">
            <a:solidFill>
              <a:srgbClr val="2A2250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335024"/>
            <a:ext cx="457200" cy="457200"/>
          </a:xfrm>
          <a:prstGeom prst="ellipse">
            <a:avLst/>
          </a:prstGeom>
          <a:solidFill>
            <a:srgbClr val="FF8FB1"/>
          </a:solidFill>
          <a:ln w="12700">
            <a:solidFill>
              <a:srgbClr val="FF8FB1">
                <a:alpha val="0"/>
              </a:srgbClr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444752"/>
            <a:ext cx="237744" cy="23774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280160" y="128016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8F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2926080" y="1280160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19, Vite, Tailwind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48640" y="1956816"/>
            <a:ext cx="8046720" cy="566928"/>
          </a:xfrm>
          <a:prstGeom prst="roundRect">
            <a:avLst>
              <a:gd name="adj" fmla="val 48387"/>
            </a:avLst>
          </a:prstGeom>
          <a:solidFill>
            <a:srgbClr val="2A2250"/>
          </a:solidFill>
          <a:ln w="12700">
            <a:solidFill>
              <a:srgbClr val="2A2250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40080" y="2011680"/>
            <a:ext cx="457200" cy="457200"/>
          </a:xfrm>
          <a:prstGeom prst="ellipse">
            <a:avLst/>
          </a:prstGeom>
          <a:solidFill>
            <a:srgbClr val="F5B841"/>
          </a:solidFill>
          <a:ln w="12700">
            <a:solidFill>
              <a:srgbClr val="F5B841">
                <a:alpha val="0"/>
              </a:srgbClr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2121408"/>
            <a:ext cx="237744" cy="23774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280160" y="1956816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B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2926080" y="1956816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server in TypeScript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548640" y="2633472"/>
            <a:ext cx="8046720" cy="566928"/>
          </a:xfrm>
          <a:prstGeom prst="roundRect">
            <a:avLst>
              <a:gd name="adj" fmla="val 48387"/>
            </a:avLst>
          </a:prstGeom>
          <a:solidFill>
            <a:srgbClr val="2A2250"/>
          </a:solidFill>
          <a:ln w="12700">
            <a:solidFill>
              <a:srgbClr val="2A2250">
                <a:alpha val="0"/>
              </a:srgbClr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40080" y="2688336"/>
            <a:ext cx="457200" cy="457200"/>
          </a:xfrm>
          <a:prstGeom prst="ellipse">
            <a:avLst/>
          </a:prstGeom>
          <a:solidFill>
            <a:srgbClr val="7FE0C3"/>
          </a:solidFill>
          <a:ln w="12700">
            <a:solidFill>
              <a:srgbClr val="7FE0C3">
                <a:alpha val="0"/>
              </a:srgbClr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8" y="2798064"/>
            <a:ext cx="237744" cy="23774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280160" y="2633472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FE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600" dirty="0"/>
          </a:p>
        </p:txBody>
      </p:sp>
      <p:sp>
        <p:nvSpPr>
          <p:cNvPr id="19" name="Text 14"/>
          <p:cNvSpPr txBox="1"/>
          <p:nvPr/>
        </p:nvSpPr>
        <p:spPr>
          <a:xfrm>
            <a:off x="2926080" y="2633472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models with Google Search</a:t>
            </a:r>
            <a:endParaRPr lang="en-US" sz="1600" dirty="0"/>
          </a:p>
        </p:txBody>
      </p:sp>
      <p:sp>
        <p:nvSpPr>
          <p:cNvPr id="20" name="Shape 15"/>
          <p:cNvSpPr/>
          <p:nvPr/>
        </p:nvSpPr>
        <p:spPr>
          <a:xfrm>
            <a:off x="548640" y="3310128"/>
            <a:ext cx="8046720" cy="566928"/>
          </a:xfrm>
          <a:prstGeom prst="roundRect">
            <a:avLst>
              <a:gd name="adj" fmla="val 48387"/>
            </a:avLst>
          </a:prstGeom>
          <a:solidFill>
            <a:srgbClr val="2A2250"/>
          </a:solidFill>
          <a:ln w="12700">
            <a:solidFill>
              <a:srgbClr val="2A2250">
                <a:alpha val="0"/>
              </a:srgbClr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40080" y="3364992"/>
            <a:ext cx="457200" cy="457200"/>
          </a:xfrm>
          <a:prstGeom prst="ellipse">
            <a:avLst/>
          </a:prstGeom>
          <a:solidFill>
            <a:srgbClr val="CFC6F5"/>
          </a:solidFill>
          <a:ln w="12700">
            <a:solidFill>
              <a:srgbClr val="CFC6F5">
                <a:alpha val="0"/>
              </a:srgbClr>
            </a:solidFill>
            <a:prstDash val="solid"/>
          </a:ln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808" y="3474720"/>
            <a:ext cx="237744" cy="237744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280160" y="3310128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FC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&amp; data</a:t>
            </a:r>
            <a:endParaRPr lang="en-US" sz="1600" dirty="0"/>
          </a:p>
        </p:txBody>
      </p:sp>
      <p:sp>
        <p:nvSpPr>
          <p:cNvPr id="24" name="Text 18"/>
          <p:cNvSpPr txBox="1"/>
          <p:nvPr/>
        </p:nvSpPr>
        <p:spPr>
          <a:xfrm>
            <a:off x="2926080" y="3310128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Auth and Firestore</a:t>
            </a:r>
            <a:endParaRPr lang="en-US" sz="1600" dirty="0"/>
          </a:p>
        </p:txBody>
      </p:sp>
      <p:sp>
        <p:nvSpPr>
          <p:cNvPr id="25" name="Shape 19"/>
          <p:cNvSpPr/>
          <p:nvPr/>
        </p:nvSpPr>
        <p:spPr>
          <a:xfrm>
            <a:off x="548640" y="3986784"/>
            <a:ext cx="8046720" cy="566928"/>
          </a:xfrm>
          <a:prstGeom prst="roundRect">
            <a:avLst>
              <a:gd name="adj" fmla="val 48387"/>
            </a:avLst>
          </a:prstGeom>
          <a:solidFill>
            <a:srgbClr val="2A2250"/>
          </a:solidFill>
          <a:ln w="12700">
            <a:solidFill>
              <a:srgbClr val="2A2250">
                <a:alpha val="0"/>
              </a:srgbClr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640080" y="4041648"/>
            <a:ext cx="457200" cy="457200"/>
          </a:xfrm>
          <a:prstGeom prst="ellipse">
            <a:avLst/>
          </a:prstGeom>
          <a:solidFill>
            <a:srgbClr val="FF8FB1"/>
          </a:solidFill>
          <a:ln w="12700">
            <a:solidFill>
              <a:srgbClr val="FF8FB1">
                <a:alpha val="0"/>
              </a:srgbClr>
            </a:solidFill>
            <a:prstDash val="solid"/>
          </a:ln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808" y="4151376"/>
            <a:ext cx="237744" cy="237744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1280160" y="3986784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8F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</a:t>
            </a:r>
            <a:endParaRPr lang="en-US" sz="1600" dirty="0"/>
          </a:p>
        </p:txBody>
      </p:sp>
      <p:sp>
        <p:nvSpPr>
          <p:cNvPr id="29" name="Text 22"/>
          <p:cNvSpPr txBox="1"/>
          <p:nvPr/>
        </p:nvSpPr>
        <p:spPr>
          <a:xfrm>
            <a:off x="2926080" y="3986784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Cloud Run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21040" y="411480"/>
            <a:ext cx="201168" cy="201168"/>
          </a:xfrm>
          <a:prstGeom prst="star4">
            <a:avLst/>
          </a:prstGeom>
          <a:solidFill>
            <a:srgbClr val="F5B841"/>
          </a:solidFill>
          <a:ln w="12700">
            <a:solidFill>
              <a:srgbClr val="F5B84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4526280"/>
            <a:ext cx="182880" cy="182880"/>
          </a:xfrm>
          <a:prstGeom prst="star4">
            <a:avLst/>
          </a:prstGeom>
          <a:solidFill>
            <a:srgbClr val="FF8FB1"/>
          </a:solidFill>
          <a:ln w="12700">
            <a:solidFill>
              <a:srgbClr val="FF8FB1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B23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Simple plans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2560320" cy="2606040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14300" dist="38100" dir="5400000" algn="bl" rotWithShape="0">
              <a:srgbClr val="7C5CFF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554480" y="1554480"/>
            <a:ext cx="548640" cy="548640"/>
          </a:xfrm>
          <a:prstGeom prst="ellipse">
            <a:avLst/>
          </a:prstGeom>
          <a:solidFill>
            <a:srgbClr val="FF8FB1"/>
          </a:solidFill>
          <a:ln w="12700">
            <a:solidFill>
              <a:srgbClr val="FF8FB1">
                <a:alpha val="0"/>
              </a:srgbClr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1640" y="1691640"/>
            <a:ext cx="274320" cy="27432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48640" y="22402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B2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26517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7C5C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names</a:t>
            </a:r>
            <a:endParaRPr lang="en-US" sz="36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33375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B5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day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3291840" y="1371600"/>
            <a:ext cx="2560320" cy="2606040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14300" dist="38100" dir="5400000" algn="bl" rotWithShape="0">
              <a:srgbClr val="7C5CFF">
                <a:alpha val="2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297680" y="1554480"/>
            <a:ext cx="548640" cy="548640"/>
          </a:xfrm>
          <a:prstGeom prst="ellipse">
            <a:avLst/>
          </a:prstGeom>
          <a:solidFill>
            <a:srgbClr val="F5B841"/>
          </a:solidFill>
          <a:ln w="12700">
            <a:solidFill>
              <a:srgbClr val="F5B841">
                <a:alpha val="0"/>
              </a:srgbClr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4840" y="1691640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291840" y="22402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B2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3291840" y="26517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7C5C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₹500</a:t>
            </a:r>
            <a:endParaRPr lang="en-US" sz="3600" dirty="0"/>
          </a:p>
        </p:txBody>
      </p:sp>
      <p:sp>
        <p:nvSpPr>
          <p:cNvPr id="16" name="Text 12"/>
          <p:cNvSpPr txBox="1"/>
          <p:nvPr/>
        </p:nvSpPr>
        <p:spPr>
          <a:xfrm>
            <a:off x="3291840" y="33375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B5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5 names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6035040" y="1371600"/>
            <a:ext cx="2560320" cy="2606040"/>
          </a:xfrm>
          <a:prstGeom prst="roundRect">
            <a:avLst>
              <a:gd name="adj" fmla="val 8929"/>
            </a:avLst>
          </a:prstGeom>
          <a:solidFill>
            <a:srgbClr val="7C5C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14300" dist="38100" dir="5400000" algn="bl" rotWithShape="0">
              <a:srgbClr val="7C5CFF">
                <a:alpha val="2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7040880" y="1554480"/>
            <a:ext cx="548640" cy="548640"/>
          </a:xfrm>
          <a:prstGeom prst="ellipse">
            <a:avLst/>
          </a:prstGeom>
          <a:solidFill>
            <a:srgbClr val="F5B84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8040" y="1691640"/>
            <a:ext cx="274320" cy="27432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6035040" y="22402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</a:t>
            </a:r>
            <a:endParaRPr lang="en-US" sz="1800" dirty="0"/>
          </a:p>
        </p:txBody>
      </p:sp>
      <p:sp>
        <p:nvSpPr>
          <p:cNvPr id="21" name="Text 16"/>
          <p:cNvSpPr txBox="1"/>
          <p:nvPr/>
        </p:nvSpPr>
        <p:spPr>
          <a:xfrm>
            <a:off x="6035040" y="26517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5B8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₹2,500</a:t>
            </a:r>
            <a:endParaRPr lang="en-US" sz="3600" dirty="0"/>
          </a:p>
        </p:txBody>
      </p:sp>
      <p:sp>
        <p:nvSpPr>
          <p:cNvPr id="22" name="Text 17"/>
          <p:cNvSpPr txBox="1"/>
          <p:nvPr/>
        </p:nvSpPr>
        <p:spPr>
          <a:xfrm>
            <a:off x="6035040" y="33375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FC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year</a:t>
            </a:r>
            <a:endParaRPr lang="en-US" sz="1600" dirty="0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4315968"/>
            <a:ext cx="274320" cy="27432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960120" y="425196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2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names stay private to each user (Firestore rules)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15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256032" cy="256032"/>
          </a:xfrm>
          <a:prstGeom prst="star4">
            <a:avLst/>
          </a:prstGeom>
          <a:solidFill>
            <a:srgbClr val="F5B841"/>
          </a:solidFill>
          <a:ln w="12700">
            <a:solidFill>
              <a:srgbClr val="F5B84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46720" y="731520"/>
            <a:ext cx="201168" cy="201168"/>
          </a:xfrm>
          <a:prstGeom prst="star4">
            <a:avLst/>
          </a:prstGeom>
          <a:solidFill>
            <a:srgbClr val="FF8FB1"/>
          </a:solidFill>
          <a:ln w="12700">
            <a:solidFill>
              <a:srgbClr val="FF8FB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71600" y="4206240"/>
            <a:ext cx="182880" cy="182880"/>
          </a:xfrm>
          <a:prstGeom prst="star4">
            <a:avLst/>
          </a:prstGeom>
          <a:solidFill>
            <a:srgbClr val="7FE0C3"/>
          </a:solidFill>
          <a:ln w="12700">
            <a:solidFill>
              <a:srgbClr val="7FE0C3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18890" y="4389120"/>
            <a:ext cx="274320" cy="274320"/>
          </a:xfrm>
          <a:prstGeom prst="star4">
            <a:avLst/>
          </a:prstGeom>
          <a:solidFill>
            <a:srgbClr val="CFC6F5"/>
          </a:solidFill>
          <a:ln w="12700">
            <a:solidFill>
              <a:srgbClr val="CFC6F5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206240" y="457200"/>
            <a:ext cx="146304" cy="146304"/>
          </a:xfrm>
          <a:prstGeom prst="star4">
            <a:avLst/>
          </a:prstGeom>
          <a:solidFill>
            <a:srgbClr val="FF8FB1"/>
          </a:solidFill>
          <a:ln w="12700">
            <a:solidFill>
              <a:srgbClr val="FF8FB1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931920" y="868680"/>
            <a:ext cx="1280160" cy="1280160"/>
          </a:xfrm>
          <a:prstGeom prst="ellipse">
            <a:avLst/>
          </a:prstGeom>
          <a:solidFill>
            <a:srgbClr val="FF8FB1"/>
          </a:solidFill>
          <a:ln w="12700">
            <a:solidFill>
              <a:srgbClr val="FF8FB1">
                <a:alpha val="0"/>
              </a:srgbClr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1234440"/>
            <a:ext cx="548640" cy="54864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48640" y="233172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you!</a:t>
            </a:r>
            <a:endParaRPr lang="en-US" sz="44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31546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5B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 with meaning, made with love</a:t>
            </a:r>
            <a:endParaRPr lang="en-US" sz="1800" dirty="0"/>
          </a:p>
        </p:txBody>
      </p:sp>
      <p:sp>
        <p:nvSpPr>
          <p:cNvPr id="11" name="Text 8">
            <a:hlinkClick r:id="rId4"/>
          </p:cNvPr>
          <p:cNvSpPr txBox="1"/>
          <p:nvPr/>
        </p:nvSpPr>
        <p:spPr>
          <a:xfrm>
            <a:off x="3524982" y="3840480"/>
            <a:ext cx="319404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https://naam-sangam.ai.studio/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314733E-1909-6708-80DD-BB4D01294DE4}"/>
              </a:ext>
            </a:extLst>
          </p:cNvPr>
          <p:cNvSpPr txBox="1"/>
          <p:nvPr/>
        </p:nvSpPr>
        <p:spPr>
          <a:xfrm>
            <a:off x="2307195" y="3840480"/>
            <a:ext cx="1793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FF00"/>
                </a:solidFill>
              </a:rPr>
              <a:t>Website Link:-</a:t>
            </a:r>
            <a:endParaRPr lang="en-IN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231</Words>
  <Application>Microsoft Office PowerPoint</Application>
  <PresentationFormat>On-screen Show (16:9)</PresentationFormat>
  <Paragraphs>74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Algerian</vt:lpstr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Naam Sangam</dc:title>
  <dc:subject>PptxGenJS Presentation</dc:subject>
  <dc:creator>PptxGenJS</dc:creator>
  <cp:lastModifiedBy>Soumyadip Samanta</cp:lastModifiedBy>
  <cp:revision>6</cp:revision>
  <dcterms:created xsi:type="dcterms:W3CDTF">2026-10-11T05:41:48Z</dcterms:created>
  <dcterms:modified xsi:type="dcterms:W3CDTF">2026-10-12T14:00:22Z</dcterms:modified>
</cp:coreProperties>
</file>